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Advantage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Google Cloud Sydney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| Sydney Conference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Alexander Kwok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'The Agent Advantage'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| Late March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Speakers: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Cybo</a:t>
            </a:r>
            <a:endParaRPr lang="en-US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Customer Engineering Lead — Gemini 3, Infrastructure, DeepMind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Nash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— Agent Grounding, Databases, MCP Protocol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Correia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— Patterns, Deployment, Real-World Case Studies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 Barnes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Group (Energy) — Production Agent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Gemini 3 Brain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51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Tokens/Minute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Entire Wikipedia in 60 sec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0" y="914400"/>
            <a:ext cx="3657600" cy="9144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051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Cost Reduction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token pricing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Lineup: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reasoning &amp; planning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&amp; function calling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coding abilities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$180B Infrastructure Investment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+ undersea cables + skills enablement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Agents: 3 Data Pillars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2560320" cy="36576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knowledge, customer data, decision rules, compliance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914400"/>
            <a:ext cx="2560320" cy="36576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8620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Knowledge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1691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for semantic search (RAG). Graph DBs for relationships &amp; knowledge graphs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2560320" cy="36576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91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DBs for conversation state. Context preservation across turns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663440"/>
            <a:ext cx="7772400" cy="411480"/>
          </a:xfrm>
          <a:prstGeom prst="rect">
            <a:avLst/>
          </a:prstGeom>
          <a:solidFill>
            <a:srgbClr val="1F4C4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09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via: Vector DBs + Graph DBs + MCP Protocol + In-Memory Storage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The USB-C of Agents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integration standard from Anthropic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industry-wide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connector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agent-to-data/tool integration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gateway pattern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integration complexity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composable agent ecosystems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7772400" cy="731520"/>
          </a:xfrm>
          <a:prstGeom prst="rect">
            <a:avLst/>
          </a:prstGeom>
          <a:solidFill>
            <a:srgbClr val="1F4C4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343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Pattern: Agent → [Business Logic] → MCP Gateway → Data/Tools/APIs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Agentic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7772400" cy="11430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05156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Function Calling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tool invocation by LLM. Simple, fast, tight coupling.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7772400" cy="11430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33172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Agent → Data/Tools via MCP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via MCP gateway. Flexible, scalable, standardized integration.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7772400" cy="11430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61188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Agent-to-Agent Orchestration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mesh for task decomposition &amp; delegation. Complex workflows.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Paradox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7772400" cy="1097280"/>
          </a:xfrm>
          <a:prstGeom prst="rect">
            <a:avLst/>
          </a:prstGeom>
          <a:solidFill>
            <a:srgbClr val="6B2C2C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0515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12% of Agent Projects Reach Production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(Gartner Study 2025)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Blocking Scale?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common AI language across org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Business-tech silos — misaligned incentives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user design &amp; UX focus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grounding challenges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reliability concerns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Exponential growth expected 2026–2027 as patterns mature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3749040" cy="128016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005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My Trip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Architecture Simplification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DBs → 1 (Spanner)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 faster factual retrieval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914400"/>
            <a:ext cx="3749040" cy="128016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005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Internal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Code from Agents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 hours saved (marketing)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14x faster supplier risk assessment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7772400" cy="9144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5146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Network Operations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 for network engineers: Predict &amp; prevent outages | Real-time monitoring &amp; automated remediation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Agents amplify human expertise, accelerate decision-making, reduce manual toil.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Strong data grounding + clear business problems + user-first design = successful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Non-Negotiables for Success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2468880" cy="36576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09728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Common AI Language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 &amp; concepts across business, engineering, data teams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silos. Aligned understanding.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0440" y="914400"/>
            <a:ext cx="2468880" cy="36576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09728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Business-Tech Collaboration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business, and tech leaders must co-own agent roadmap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OKRs. Shared incentives.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2468880" cy="3657600"/>
          </a:xfrm>
          <a:prstGeom prst="rect">
            <a:avLst/>
          </a:prstGeom>
          <a:solidFill>
            <a:srgbClr val="1A1A1E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09728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User-First Design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end-user needs, not capability showcase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clarity, trust.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Moat: What Actually Matters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3749040" cy="1188720"/>
          </a:xfrm>
          <a:prstGeom prst="rect">
            <a:avLst/>
          </a:prstGeom>
          <a:solidFill>
            <a:srgbClr val="6B2C2C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051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Moat: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(commoditizing)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(replicable)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914400"/>
            <a:ext cx="3749040" cy="1188720"/>
          </a:xfrm>
          <a:prstGeom prst="rect">
            <a:avLst/>
          </a:prstGeom>
          <a:solidFill>
            <a:srgbClr val="2C6B2C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0515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proprietary data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agents &amp; workflows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employee IP &amp; domain expertise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from Rob Cybo: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7772400" cy="1645920"/>
          </a:xfrm>
          <a:prstGeom prst="rect">
            <a:avLst/>
          </a:prstGeom>
          <a:solidFill>
            <a:srgbClr val="1F4C4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8892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competitive advantage isn't owning the model or data center.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what you do with agents to augment your unique business process,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proprietary data at scale, and encode your domain expertise."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Our Team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772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MCP adoption</a:t>
            </a:r>
            <a:endParaRPr lang="en-US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agent-data integration. Reduces lock-in, enables flexibility.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data grounding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Graph DBs are essential. Quality data &gt;&gt; fancy models.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business-tech alignment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siloed AI projects. Co-own roadmaps with product &amp; business.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user-first design &amp; evaluation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clarity beat capability showcase. 88% of projects fail without this.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agents as force multipliers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replacement for humans. Amplify expertise, speed decisions, reduce toil.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C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0CCFB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C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agents that matter.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Advantage: Key Takeaways</dc:title>
  <dc:subject>PptxGenJS Presentation</dc:subject>
  <dc:creator>Alexander Kwok</dc:creator>
  <cp:lastModifiedBy>Alexander Kwok</cp:lastModifiedBy>
  <cp:revision>1</cp:revision>
  <dcterms:created xsi:type="dcterms:W3CDTF">2026-04-10T01:50:07Z</dcterms:created>
  <dcterms:modified xsi:type="dcterms:W3CDTF">2026-04-10T01:50:07Z</dcterms:modified>
</cp:coreProperties>
</file>